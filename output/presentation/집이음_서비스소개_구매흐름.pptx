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3ec91f6584a3f" /><Relationship Type="http://schemas.openxmlformats.org/officeDocument/2006/relationships/extended-properties" Target="/docProps/app.xml" Id="R1739b4bd3a2341a3" /><Relationship Type="http://schemas.openxmlformats.org/officeDocument/2006/relationships/officeDocument" Target="/ppt/presentation.xml" Id="R673a851fd91e4e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3b07e198e4248"/>
  </p:sldMasterIdLst>
  <p:notesMasterIdLst>
    <p:notesMasterId xmlns:r="http://schemas.openxmlformats.org/officeDocument/2006/relationships" r:id="Rd37d593286db48f4"/>
  </p:notesMasterIdLst>
  <p:sldIdLst>
    <p:sldId xmlns:r="http://schemas.openxmlformats.org/officeDocument/2006/relationships" id="256" r:id="Rac2bdf06246a4674"/>
  </p:sldIdLst>
  <p:sldSz cx="13716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d23f712414729" /><Relationship Type="http://schemas.openxmlformats.org/officeDocument/2006/relationships/slideMaster" Target="/ppt/slideMasters/slideMaster1.xml" Id="R1353b07e198e4248" /><Relationship Type="http://schemas.openxmlformats.org/officeDocument/2006/relationships/notesMaster" Target="/ppt/notesMasters/notesMaster1.xml" Id="Rd37d593286db48f4" /><Relationship Type="http://schemas.openxmlformats.org/officeDocument/2006/relationships/presProps" Target="/ppt/presProps.xml" Id="R0fd7d37b46a8486a" /><Relationship Type="http://schemas.openxmlformats.org/officeDocument/2006/relationships/tableStyles" Target="/ppt/tableStyles.xml" Id="R1d956c205bf04659" /><Relationship Type="http://schemas.openxmlformats.org/officeDocument/2006/relationships/slide" Target="/ppt/slides/slide1.xml" Id="Rac2bdf06246a46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c1de61d27a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8c1a1b0e1a438b" /><Relationship Type="http://schemas.openxmlformats.org/officeDocument/2006/relationships/notesMaster" Target="/ppt/notesMasters/notesMaster1.xml" Id="Rd9972f16d06c4f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최신 서비스 정의와 구매 흐름을 반영한 소개 슬라이드. 세무상담은 필요 시 계약 전에 진행하며 법무사 연결은 매매계약 이후로 표시한다. 이전 전체 설계의 전문가 3명 사전 필수 선택 정책과 다른 최신 소개 방향이며, 이번 파일은 소개 한 장만 수정한 것이다. 안전한 공유는 선택한 전문가에게만 정보를 제공한다는 서비스 설계 목표를 의미하며 운영 보안 인증을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3c687c5c24a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9a36553d654e01" /><Relationship Type="http://schemas.openxmlformats.org/officeDocument/2006/relationships/slideLayout" Target="/ppt/slideLayouts/slideLayout1.xml" Id="R0473e0c2637f45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3e0c2637f45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110dc56634eff" /><Relationship Type="http://schemas.openxmlformats.org/officeDocument/2006/relationships/notesSlide" Target="/ppt/notesSlides/notesSlide1.xml" Id="Rddc7e239703e4d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7CA89-D6E4-4203-A3AE-91D907F8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"/>
            <a:ext cx="1190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집이음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9C65B-5549-43D9-8094-01E7E64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190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아파트 구매를 함께하는 통합 구매지원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711C-411F-4DF7-85D4-09877738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200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집이음은 아파트 구매 절차를 단계별로 안내하고,</a:t>
            </a:r>
          </a:p>
          <a:p xmlns:a="http://schemas.openxmlformats.org/drawingml/2006/main">
            <a:pPr>
              <a:def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공인중개사·세무사·법무사의 업무 범위와 비용을 비교해 연결하며,</a:t>
            </a:r>
          </a:p>
          <a:p xmlns:a="http://schemas.openxmlformats.org/drawingml/2006/main">
            <a:pPr>
              <a:def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한 번 입력한 거래정보를 선택한 전문가에게 안전하게 공유하여</a:t>
            </a:r>
          </a:p>
          <a:p xmlns:a="http://schemas.openxmlformats.org/drawingml/2006/main">
            <a:pPr>
              <a:def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반복적인 설명과 정보 전달을 줄이는 통합 구매지원 서비스다.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23011-865E-40DD-83AE-5FF2733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05425"/>
            <a:ext cx="1190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이용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2C79F-89C5-42C6-A0AD-753E91D0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81725"/>
            <a:ext cx="171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6E3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33C4B-2E8B-4E6F-B932-5C7AF5E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960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83BB4-B5AD-438F-9103-29DC8046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858000"/>
            <a:ext cx="144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공인중개사</a:t>
            </a:r>
          </a:p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0FB8B-4B5E-4160-9FD6-231A947D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7818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5ED39-ABE6-4F0E-93F7-B6A8693A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181725"/>
            <a:ext cx="171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6E3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20B23-BBC6-4C0B-8C3A-4C22B86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960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E5EF8-6544-435F-9243-099F0FD1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762750"/>
            <a:ext cx="144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필요 시</a:t>
            </a:r>
          </a:p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계약 전</a:t>
            </a:r>
          </a:p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세무상담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82E30-241D-4C52-A01D-101667C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7818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05664-C723-41D9-91CF-67FB8A86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181725"/>
            <a:ext cx="171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6E3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DFC0B-DB28-4FE5-B61A-621008AF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960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C046F-39AA-452B-9CEF-BD2EA8F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858000"/>
            <a:ext cx="144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매매계약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EA185-11D7-4F7A-B397-DF4AD82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7818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ADD42-F316-4F1B-AB01-25DDD4BF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81725"/>
            <a:ext cx="171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6E3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50C51-CC63-4A25-A8D5-511CE97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2960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26911-2B26-4D56-9D50-317B17E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858000"/>
            <a:ext cx="144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법무사</a:t>
            </a:r>
          </a:p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166B0-3C70-41E2-8A85-0CFDE79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7818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1FE9D-31AE-483B-B96B-C245F626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181725"/>
            <a:ext cx="171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9525">
            <a:solidFill>
              <a:srgbClr val="D6E3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505C4-47D6-471D-8F47-EAC8ADF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2960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512B9-7DFF-4A0D-B16C-E7A1AD58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6858000"/>
            <a:ext cx="144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잔금·취득세</a:t>
            </a:r>
          </a:p>
          <a:p xmlns:a="http://schemas.openxmlformats.org/drawingml/2006/main">
            <a:pPr>
              <a:def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·등기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2D2BF-133D-4240-864E-F527C3E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818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4D94B-CDC0-4037-93B2-4B62B25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81725"/>
            <a:ext cx="17145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59"/>
          </a:solidFill>
          <a:ln xmlns:a="http://schemas.openxmlformats.org/drawingml/2006/main" w="9525">
            <a:solidFill>
              <a:srgbClr val="D6E3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648E6-945E-4A50-92D1-7A81569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DEDE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DDEDE5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02EAF-173D-4C65-8820-A27578FC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858000"/>
            <a:ext cx="1447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거래 완료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96691-7337-4C67-A9F8-A93BC7E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81975"/>
            <a:ext cx="1209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87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A72"/>
                </a:solidFill>
                <a:latin typeface="Arial Unicode MS"/>
                <a:ea typeface="Arial Unicode MS"/>
                <a:cs typeface="Arial Unicode MS"/>
              </a:rPr>
              <a:t>구매 일정과 상황에 맞춰 필요한 전문가와 업무를 연결합니다.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F212F-1B64-4241-B7B7-9360CC20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106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5817D"/>
                </a:solidFill>
                <a:latin typeface="Arial Unicode MS"/>
                <a:ea typeface="Arial Unicode MS"/>
                <a:cs typeface="Arial Unicode MS"/>
              </a:rPr>
              <a:t>판교6반 장민서</a:t>
            </a:r>
          </a:p>
        </p:txBody>
      </p:sp>
    </p:spTree>
    <p:extLst>
      <p:ext uri="{BB962C8B-B14F-4D97-AF65-F5344CB8AC3E}">
        <p14:creationId xmlns:p14="http://schemas.microsoft.com/office/powerpoint/2010/main" val="759547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2026-09-16T08:28:20.4230000Z</dcterms:created>
  <dcterms:modified xsi:type="dcterms:W3CDTF">2026-09-16T08:28:20.4230000Z</dcterms:modified>
</coreProperties>
</file>