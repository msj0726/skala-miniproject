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852f84080d42de" /><Relationship Type="http://schemas.openxmlformats.org/officeDocument/2006/relationships/extended-properties" Target="/docProps/app.xml" Id="R660b7d0e0e8144cb" /><Relationship Type="http://schemas.openxmlformats.org/officeDocument/2006/relationships/officeDocument" Target="/ppt/presentation.xml" Id="R9e94d9ba042749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1f7c7c05bf47d2"/>
  </p:sldMasterIdLst>
  <p:notesMasterIdLst>
    <p:notesMasterId xmlns:r="http://schemas.openxmlformats.org/officeDocument/2006/relationships" r:id="Rc5b433441fd84bce"/>
  </p:notesMasterIdLst>
  <p:sldIdLst>
    <p:sldId xmlns:r="http://schemas.openxmlformats.org/officeDocument/2006/relationships" id="256" r:id="Rb50f403bf72b4d27"/>
  </p:sldIdLst>
  <p:sldSz cx="13716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3e98cec9be43e6" /><Relationship Type="http://schemas.openxmlformats.org/officeDocument/2006/relationships/slideMaster" Target="/ppt/slideMasters/slideMaster1.xml" Id="R901f7c7c05bf47d2" /><Relationship Type="http://schemas.openxmlformats.org/officeDocument/2006/relationships/notesMaster" Target="/ppt/notesMasters/notesMaster1.xml" Id="Rc5b433441fd84bce" /><Relationship Type="http://schemas.openxmlformats.org/officeDocument/2006/relationships/presProps" Target="/ppt/presProps.xml" Id="R8b3801a23d3542eb" /><Relationship Type="http://schemas.openxmlformats.org/officeDocument/2006/relationships/tableStyles" Target="/ppt/tableStyles.xml" Id="R102f815d644a4ead" /><Relationship Type="http://schemas.openxmlformats.org/officeDocument/2006/relationships/slide" Target="/ppt/slides/slide1.xml" Id="Rb50f403bf72b4d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800d31ee6644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f29dfb93b04e70" /><Relationship Type="http://schemas.openxmlformats.org/officeDocument/2006/relationships/notesMaster" Target="/ppt/notesMasters/notesMaster1.xml" Id="R73c7580611aa40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집이음 소개 요약. 사용자가 정의한 세 가지 페인포인트와 기존 서비스 설계에 근거한다. 효과를 측정한 실증 결과가 아니라 해결하려는 문제와 제공 기능의 대응을 설명한다. 현재 프로젝트는 체험용 UI 데모이며 실제 송금·세금 신고·등기 접수를 실행하지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52bd4cccf4c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bae1986330442a" /><Relationship Type="http://schemas.openxmlformats.org/officeDocument/2006/relationships/slideLayout" Target="/ppt/slideLayouts/slideLayout1.xml" Id="R142d098bbd4c43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2d098bbd4c43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8a76791134b79" /><Relationship Type="http://schemas.openxmlformats.org/officeDocument/2006/relationships/notesSlide" Target="/ppt/notesSlides/notesSlide1.xml" Id="R97d03f3d48a140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5F4D2-E5E9-4F8A-81FB-CC0F70E9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"/>
            <a:ext cx="1190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집이음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AF455-598E-48E7-A460-624B8674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200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공인중개사·세무사·법무사를 연결해</a:t>
            </a:r>
          </a:p>
          <a:p xmlns:a="http://schemas.openxmlformats.org/drawingml/2006/main">
            <a:pPr>
              <a:defRPr sz="25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아파트 구매 과정을 한곳에서 관리하는 서비스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09625" y="3238500"/>
          <a:ext xmlns:a="http://schemas.openxmlformats.org/drawingml/2006/main" cx="1209675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57875"/>
                <a:gridCol w="6238875"/>
              </a:tblGrid>
              <a:tr h="988219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구매자가 겪는 문제</a:t>
                      </a:r>
                    </a:p>
                  </a:txBody>
                  <a:tcPr marL="228600" marR="209550" marT="171450" marB="1333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집이음의 해결 방법</a:t>
                      </a:r>
                    </a:p>
                  </a:txBody>
                  <a:tcPr marL="228600" marR="209550" marT="171450" marB="133350">
                    <a:solidFill>
                      <a:srgbClr val="216659"/>
                    </a:solidFill>
                  </a:tcPr>
                </a:tc>
              </a:tr>
              <a:tr h="988219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복잡한 구매 절차,</a:t>
                      </a:r>
                    </a:p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지금 무엇을 해야 할지 모르겠다</a:t>
                      </a:r>
                    </a:p>
                  </a:txBody>
                  <a:tcPr marL="228600" marR="209550" marT="171450" marB="133350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6단계 진행 안내</a:t>
                      </a:r>
                    </a:p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단계와 다음 할 일을 한눈에 확인</a:t>
                      </a:r>
                    </a:p>
                  </a:txBody>
                  <a:tcPr marL="228600" marR="209550" marT="171450" marB="133350"/>
                </a:tc>
              </a:tr>
              <a:tr h="988219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전문가를 따로 찾고,</a:t>
                      </a:r>
                    </a:p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비용과 업무 범위를 비교하기 어렵다</a:t>
                      </a:r>
                    </a:p>
                  </a:txBody>
                  <a:tcPr marL="228600" marR="209550" marT="171450" marB="133350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전문가 비교·연결</a:t>
                      </a:r>
                    </a:p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분야별 견적과 업무 범위를 확인하고 선택</a:t>
                      </a:r>
                    </a:p>
                  </a:txBody>
                  <a:tcPr marL="228600" marR="209550" marT="171450" marB="133350"/>
                </a:tc>
              </a:tr>
              <a:tr h="988219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전문가가 바뀔 때마다</a:t>
                      </a:r>
                    </a:p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같은 거래정보를 반복해서 설명한다</a:t>
                      </a:r>
                    </a:p>
                  </a:txBody>
                  <a:tcPr marL="228600" marR="209550" marT="171450" marB="133350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구매정보 통합 공유</a:t>
                      </a:r>
                    </a:p>
                    <a:p>
                      <a:r>
                        <a:rPr sz="21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조건을 한 번 입력하고 연결 전문가와 공유</a:t>
                      </a:r>
                    </a:p>
                  </a:txBody>
                  <a:tcPr marL="228600" marR="209550" marT="171450" marB="13335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0ADA0-79B8-440A-BF75-67FF041E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7057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전문가 선택부터 구매 진행 확인까지, 하나의 구매 프로젝트에서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E49EA-47BE-4F3F-8369-B2EE8DC0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34450"/>
            <a:ext cx="1143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판교6반 장민서</a:t>
            </a:r>
          </a:p>
        </p:txBody>
      </p:sp>
    </p:spTree>
    <p:extLst>
      <p:ext uri="{BB962C8B-B14F-4D97-AF65-F5344CB8AC3E}">
        <p14:creationId xmlns:p14="http://schemas.microsoft.com/office/powerpoint/2010/main" val="1261502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2026-09-16T08:24:39.4580000Z</dcterms:created>
  <dcterms:modified xsi:type="dcterms:W3CDTF">2026-09-16T08:24:39.4580000Z</dcterms:modified>
</coreProperties>
</file>