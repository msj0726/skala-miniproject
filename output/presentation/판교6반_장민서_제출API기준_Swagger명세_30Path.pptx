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69c7d5dd7849b9" /><Relationship Type="http://schemas.openxmlformats.org/officeDocument/2006/relationships/extended-properties" Target="/docProps/app.xml" Id="R2517119c4e8045b8" /><Relationship Type="http://schemas.openxmlformats.org/officeDocument/2006/relationships/officeDocument" Target="/ppt/presentation.xml" Id="R355f4d3bc6fe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de86262184709"/>
  </p:sldMasterIdLst>
  <p:notesMasterIdLst>
    <p:notesMasterId xmlns:r="http://schemas.openxmlformats.org/officeDocument/2006/relationships" r:id="R691591b2e85d432f"/>
  </p:notesMasterIdLst>
  <p:sldIdLst>
    <p:sldId xmlns:r="http://schemas.openxmlformats.org/officeDocument/2006/relationships" id="256" r:id="R268dbbc998c14324"/>
    <p:sldId xmlns:r="http://schemas.openxmlformats.org/officeDocument/2006/relationships" id="257" r:id="R9e028347852a40f1"/>
    <p:sldId xmlns:r="http://schemas.openxmlformats.org/officeDocument/2006/relationships" id="258" r:id="R8f194c02719644f1"/>
    <p:sldId xmlns:r="http://schemas.openxmlformats.org/officeDocument/2006/relationships" id="259" r:id="R2d2faaddcdc549bb"/>
    <p:sldId xmlns:r="http://schemas.openxmlformats.org/officeDocument/2006/relationships" id="260" r:id="R80a6a97003434fb3"/>
    <p:sldId xmlns:r="http://schemas.openxmlformats.org/officeDocument/2006/relationships" id="261" r:id="R14ca0ade05b3401d"/>
    <p:sldId xmlns:r="http://schemas.openxmlformats.org/officeDocument/2006/relationships" id="262" r:id="R073c22e7a16842ea"/>
    <p:sldId xmlns:r="http://schemas.openxmlformats.org/officeDocument/2006/relationships" id="263" r:id="R2b531b23391e484e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dab33abcdb4442" /><Relationship Type="http://schemas.openxmlformats.org/officeDocument/2006/relationships/slideMaster" Target="/ppt/slideMasters/slideMaster1.xml" Id="R687de86262184709" /><Relationship Type="http://schemas.openxmlformats.org/officeDocument/2006/relationships/notesMaster" Target="/ppt/notesMasters/notesMaster1.xml" Id="R691591b2e85d432f" /><Relationship Type="http://schemas.openxmlformats.org/officeDocument/2006/relationships/presProps" Target="/ppt/presProps.xml" Id="Rc2a65f45900d4fd3" /><Relationship Type="http://schemas.openxmlformats.org/officeDocument/2006/relationships/tableStyles" Target="/ppt/tableStyles.xml" Id="Rc1b5f78b20384564" /><Relationship Type="http://schemas.openxmlformats.org/officeDocument/2006/relationships/slide" Target="/ppt/slides/slide1.xml" Id="R268dbbc998c14324" /><Relationship Type="http://schemas.openxmlformats.org/officeDocument/2006/relationships/slide" Target="/ppt/slides/slide2.xml" Id="R9e028347852a40f1" /><Relationship Type="http://schemas.openxmlformats.org/officeDocument/2006/relationships/slide" Target="/ppt/slides/slide3.xml" Id="R8f194c02719644f1" /><Relationship Type="http://schemas.openxmlformats.org/officeDocument/2006/relationships/slide" Target="/ppt/slides/slide4.xml" Id="R2d2faaddcdc549bb" /><Relationship Type="http://schemas.openxmlformats.org/officeDocument/2006/relationships/slide" Target="/ppt/slides/slide5.xml" Id="R80a6a97003434fb3" /><Relationship Type="http://schemas.openxmlformats.org/officeDocument/2006/relationships/slide" Target="/ppt/slides/slide6.xml" Id="R14ca0ade05b3401d" /><Relationship Type="http://schemas.openxmlformats.org/officeDocument/2006/relationships/slide" Target="/ppt/slides/slide7.xml" Id="R073c22e7a16842ea" /><Relationship Type="http://schemas.openxmlformats.org/officeDocument/2006/relationships/slide" Target="/ppt/slides/slide8.xml" Id="R2b531b23391e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a799cec77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c7dfcf83d4b13" /><Relationship Type="http://schemas.openxmlformats.org/officeDocument/2006/relationships/notesMaster" Target="/ppt/notesMasters/notesMaster1.xml" Id="R1e6c93f4eafc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bab196fbc34a8e" /><Relationship Type="http://schemas.openxmlformats.org/officeDocument/2006/relationships/notesMaster" Target="/ppt/notesMasters/notesMaster1.xml" Id="Rb82082e51731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1938604a14d7a" /><Relationship Type="http://schemas.openxmlformats.org/officeDocument/2006/relationships/notesMaster" Target="/ppt/notesMasters/notesMaster1.xml" Id="Re210cd21aad44c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4681f5a204f34" /><Relationship Type="http://schemas.openxmlformats.org/officeDocument/2006/relationships/notesMaster" Target="/ppt/notesMasters/notesMaster1.xml" Id="R3a59ada756dd42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a1d1b2fb64448" /><Relationship Type="http://schemas.openxmlformats.org/officeDocument/2006/relationships/notesMaster" Target="/ppt/notesMasters/notesMaster1.xml" Id="R9ae296b5d4d249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9c2e63c75d4e90" /><Relationship Type="http://schemas.openxmlformats.org/officeDocument/2006/relationships/notesMaster" Target="/ppt/notesMasters/notesMaster1.xml" Id="Rf618a4d464754b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53aee5937a4142" /><Relationship Type="http://schemas.openxmlformats.org/officeDocument/2006/relationships/notesMaster" Target="/ppt/notesMasters/notesMaster1.xml" Id="R356a5b62abcc41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dcd6f08654588" /><Relationship Type="http://schemas.openxmlformats.org/officeDocument/2006/relationships/notesMaster" Target="/ppt/notesMasters/notesMaster1.xml" Id="R0ef93e478e28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제출 API YAML을 기능 영역별로 필터링해 Swagger UI로 렌더링했다.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01 인증 · 내 계정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02 전문가 기능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03 구매 프로젝트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04 요청 · 견적 · 업무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05 문서 · 공유 권한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06 메시지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/Users/minseojang/Documents/ChatGPT/mini-project/output/pdf/집이음_제출/6반_장민서_파워레인저-API.yml. 07 데모 관리 API에 해당하는 엔드포인트의 Swagger UI 실제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485407a5b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5f560dbabf4d0e" /><Relationship Type="http://schemas.openxmlformats.org/officeDocument/2006/relationships/slideLayout" Target="/ppt/slideLayouts/slideLayout1.xml" Id="R1c29736f83c3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9736f83c3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47348c9242b1" /><Relationship Type="http://schemas.openxmlformats.org/officeDocument/2006/relationships/notesSlide" Target="/ppt/notesSlides/notesSlide1.xml" Id="R6cf3d5d9c06e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76420d8f24d59" /><Relationship Type="http://schemas.openxmlformats.org/officeDocument/2006/relationships/image" Target="/ppt/media/image.png" Id="R98b7e6de21ec436d" /><Relationship Type="http://schemas.openxmlformats.org/officeDocument/2006/relationships/notesSlide" Target="/ppt/notesSlides/notesSlide2.xml" Id="R49dd84fd7cb2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979a000cf4ab5" /><Relationship Type="http://schemas.openxmlformats.org/officeDocument/2006/relationships/image" Target="/ppt/media/image2.png" Id="Rbc763f75cefb4101" /><Relationship Type="http://schemas.openxmlformats.org/officeDocument/2006/relationships/notesSlide" Target="/ppt/notesSlides/notesSlide3.xml" Id="R4738005b9962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a886b4f804973" /><Relationship Type="http://schemas.openxmlformats.org/officeDocument/2006/relationships/image" Target="/ppt/media/image3.png" Id="R519d4facbbdb445b" /><Relationship Type="http://schemas.openxmlformats.org/officeDocument/2006/relationships/notesSlide" Target="/ppt/notesSlides/notesSlide4.xml" Id="Rf4dcadde9e1e4f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33a4dec21474b" /><Relationship Type="http://schemas.openxmlformats.org/officeDocument/2006/relationships/image" Target="/ppt/media/image4.png" Id="R04e98fb1e2bf4284" /><Relationship Type="http://schemas.openxmlformats.org/officeDocument/2006/relationships/notesSlide" Target="/ppt/notesSlides/notesSlide5.xml" Id="R1718040c024f48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29f0595d4e7c" /><Relationship Type="http://schemas.openxmlformats.org/officeDocument/2006/relationships/image" Target="/ppt/media/image5.png" Id="R7e7401fe14484f83" /><Relationship Type="http://schemas.openxmlformats.org/officeDocument/2006/relationships/notesSlide" Target="/ppt/notesSlides/notesSlide6.xml" Id="Rc572a0b99b5e48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ba218d994238" /><Relationship Type="http://schemas.openxmlformats.org/officeDocument/2006/relationships/image" Target="/ppt/media/image6.png" Id="Rb4d3a1f1045f4fb2" /><Relationship Type="http://schemas.openxmlformats.org/officeDocument/2006/relationships/notesSlide" Target="/ppt/notesSlides/notesSlide7.xml" Id="R09086a616848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9f29dfc9649dc" /><Relationship Type="http://schemas.openxmlformats.org/officeDocument/2006/relationships/image" Target="/ppt/media/image7.png" Id="R6293be0372674e35" /><Relationship Type="http://schemas.openxmlformats.org/officeDocument/2006/relationships/notesSlide" Target="/ppt/notesSlides/notesSlide8.xml" Id="R374877af85b243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8CE373-402D-4E6F-80DE-A7B7D725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3620-F634-4CB0-B30D-004E755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Swagger 기반 API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1E5C2-AB2F-4401-A89E-EC81E688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기준 · OpenAPI 3.0.3 · 30 Paths · 36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8C229-150A-4699-B462-4357713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666F-50CC-4B3B-8CC2-67773CB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1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2B43B-F9EE-4FC8-BD4A-544789B5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2268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DE393-ADE1-4DC1-8D08-3BB36113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구매자와 전문가가 하나의 거래 정보를 공유하며</a:t>
            </a:r>
          </a:p>
          <a:p xmlns:a="http://schemas.openxmlformats.org/drawingml/2006/main">
            <a:pPr>
              <a:defRPr sz="22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상담·견적·업무·문서·메시지를 연결하는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954DB-0434-4F20-B5A4-B22D0FC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28850"/>
            <a:ext cx="1276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F33B-7C91-45D7-95E2-0642A887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241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8305E-5325-4706-B00C-3A55CD4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813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B7906-9384-4F47-AEA8-C4BA083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28850"/>
            <a:ext cx="1276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74FCE-4888-49DD-94C4-C99DAC3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241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0C9A7-EBFC-4B10-A742-3070917E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813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CF3D1-5841-49A8-BD72-D574401B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7개 기능 영역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86286-027B-4361-88F7-EC6A6AF9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A5DBE-3713-46DE-89BC-8DA2263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C90"/>
          </a:solidFill>
          <a:ln xmlns:a="http://schemas.openxmlformats.org/drawingml/2006/main" w="9525">
            <a:solidFill>
              <a:srgbClr val="49CC9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101A6-0559-460E-840D-864C0A5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C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49CC9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B0F26-9946-436B-A355-5BB30E6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9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인증 · 내 계정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0FE4D-EFB3-4539-9C5C-5968F5E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67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4 paths / 5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5531E-E215-4F1F-92E9-E2F11AB3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3B9F4-C2DE-4545-A644-86560CB8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FFE"/>
          </a:solidFill>
          <a:ln xmlns:a="http://schemas.openxmlformats.org/drawingml/2006/main" w="9525">
            <a:solidFill>
              <a:srgbClr val="61AFF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63798-632F-4306-8DFD-61E4B1E8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38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1AF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1AFF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53681-8487-4E23-B38D-C2309E8D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기능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F353F-43CF-4245-B255-6DF78EB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67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 paths / 6 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CBD5B-EED2-4087-B5BC-0754678D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3A1F2-3244-4786-A23C-FF856C24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09BAC-B1D7-485A-AD61-B24C383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38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66A2E-1313-40EF-B227-6D3DAB8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9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프로젝트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E55EF-7102-42C8-85D6-505C5A5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67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4 paths / 7 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EEE25-8365-43B9-B85C-EF9A596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6725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185AA-A265-47F5-90E4-9D1D9A9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6725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130"/>
          </a:solidFill>
          <a:ln xmlns:a="http://schemas.openxmlformats.org/drawingml/2006/main" w="9525">
            <a:solidFill>
              <a:srgbClr val="FCA13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FA2E4-C06D-49E4-B772-C38F88E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38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A1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CA13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10369C-829C-42DF-B8EB-C236D4D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819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요청 · 견적 · 업무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7EBC1F-57E2-430D-9682-4BCCCF9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267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 paths / 6 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F16EF1-7463-4845-BB52-92C5CF33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07ABF-0FB0-47A2-952C-7036957E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59"/>
          </a:solidFill>
          <a:ln xmlns:a="http://schemas.openxmlformats.org/drawingml/2006/main" w="9525">
            <a:solidFill>
              <a:srgbClr val="21665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6167C-4ADE-4E8F-9BA4-FDEA6CF5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19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34B64-6D29-471C-91D3-9C5F43A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2007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문서 · 공유 권한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56D0E-953F-4BF1-8883-6D3A3F50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4 paths / 5 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07D7D4-4024-425C-A89E-7331624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048375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474927-DA29-43D0-A9F8-5FF5681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048375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FFE"/>
          </a:solidFill>
          <a:ln xmlns:a="http://schemas.openxmlformats.org/drawingml/2006/main" w="9525">
            <a:solidFill>
              <a:srgbClr val="61AFF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DAC67E-0AC8-483B-BA9E-C1ED8EC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19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1AF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1AFFE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85BAAD-96EC-4B15-85C1-60996CBA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007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메시지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DB58D4-2925-440A-85AC-27A0CFD5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4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3 paths / 4 ops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272A34-4FD5-4652-AFD9-EE718D5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48375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0FBDAC-2B68-4169-AFE0-2E4BE69C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48375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904FAD-39C8-4FBB-A1F3-6EB465B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219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77B13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49102F-1CC2-4815-B696-62D6593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2007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데모 관리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04359F-0C6E-4E00-80C4-436280C8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64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3 paths / 3 ops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38CD58-33C5-44B7-8891-E34A78B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77150"/>
            <a:ext cx="12268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C9E900-5AA1-4CC1-9575-6B64697A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581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캡처 원칙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14F5D4-3D7C-4558-AE1D-ED2DBB0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839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제출 YAML의 Path와 Method를 기능별로 필터링해 Swagger UI에서 직접 렌더링</a:t>
            </a:r>
          </a:p>
        </p:txBody>
      </p:sp>
    </p:spTree>
    <p:extLst>
      <p:ext uri="{BB962C8B-B14F-4D97-AF65-F5344CB8AC3E}">
        <p14:creationId xmlns:p14="http://schemas.microsoft.com/office/powerpoint/2010/main" val="2899191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A8D99-B212-4C3C-B17E-F57D75FE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90544-0ADE-4DD7-8267-4C2ACC64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01 인증 · 내 계정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9F575-AB5A-4309-BEED-0B06DBC2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회원가입 → 로그인 → 내 정보 조회·수정 → 로그아웃 · 4 paths / 5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5BD7C-C1A5-42C9-BC12-CE88A331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24C7D-3D17-4290-9453-A344D5B5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2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10821-1B05-4AAA-8647-D048A4D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7e6de21ec436d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54181-3BDB-43BC-B0D0-BA446C17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EDF6D-1835-42A8-BE3E-B2EAB35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218145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F2385-83CB-4FD7-8236-649122E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D8549-3D33-4F1A-8A12-AE44B1E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02 전문가 기능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B258-DE49-4E11-8974-92DA554B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탐색·상세 조회와 전문가용 대시보드·프로필 · 6 paths / 6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FF274-43A5-48B6-B5D1-C9BF8B6A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EE7BD-27C0-48E4-914C-095DA487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3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D409E-A630-4026-A910-39C9068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63f75cefb4101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F17BF-94ED-445F-A534-EB83E8AE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68A71-528B-4BA7-9A3D-5FE4E0A7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741933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592CB-7DE8-4EFA-94F6-D703349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2C57D-36BC-4A85-8713-FFF7AA0A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03 구매 프로젝트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1E8C0-CF92-49DC-A0B0-FE6521A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구매 프로젝트 생성·조회·수정과 상담 요청 연결 · 4 paths / 7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1CB51-3060-4DEC-AB9A-1D94D5E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E1F71-DD15-4E8C-AD94-CFBB2AC1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4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202D5-383C-439A-B45C-A0847611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d4facbbdb445b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CFCCE-8076-427C-BEC3-6742838B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C3263-4253-450E-8179-EB94AF9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605208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C79C1-C7B7-4647-87B3-0720BED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A722B-43DD-4D0D-BF9A-023EAEF0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04 요청 · 견적 · 업무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A51BE-CB56-49F1-A60C-6D052F6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요청 확인 → 견적 제출·선택 → 담당 업무·이벤트 관리 · 6 paths / 6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17826-72F2-4DF0-B5A7-D0BF2DF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79E2A-8D45-479A-80EF-C9AF8FE0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5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C020-33EA-4819-A659-962E56B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98fb1e2bf4284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76A13-EF27-4132-AC8D-8CECC89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045CC-5B4C-45A1-8460-8BF86D0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409206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E349F-B8C6-4231-9178-3366A91F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3488D-DC4D-4807-865C-ADB3052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05 문서 · 공유 권한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A3C9D-6C42-4ADB-B3E5-4787B370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거래 문서 등록·조회와 전문가별 문서 접근 권한 관리 · 4 paths / 5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3887E-AED1-4339-ACCC-DE547294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2A30C-C4B4-4751-9681-A3FD15A2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6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70F0D-D78C-4C6F-B8AC-B4727895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401fe14484f83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CAE1F-7490-47E9-B9EC-D2AB3D7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62337-D21D-494F-AB17-34A1EE5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974492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5F8BC-8388-4EC5-B7BA-401161FF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FBCD-DFF4-4018-9FC5-9D4469C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06 메시지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EFC1D-9140-4310-85D7-586ADE3F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대화방 생성·조회와 거래 참여자 간 메시지 송수신 · 3 paths / 4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2D797-6668-47C2-80DE-7BEE9F07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61C59-31FF-444C-9CDD-B0E480F9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7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A72C1-FF79-48BA-9FE0-D9731EA7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3a1f1045f4fb2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7D33F-DE58-4833-961C-E9947BE3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82679-4258-463F-94FB-731072C8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1792622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52002-712E-4A27-AA20-F40277D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9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FBA5-14C0-4D03-9099-D402E13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07 데모 관리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F191D-D556-45E7-8CFC-AE4D291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906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발표 시 액터·컨텍스트 선택과 데모 데이터 초기화 · 3 paths / 3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D123-1DBC-44A1-875F-80648FCA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086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2D39-F9D2-452D-B64D-7B47603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868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8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8905C-3D77-4519-83C0-7AD55187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1353800" cy="681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CE5D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be0372674e35"/>
          <a:stretch xmlns:a="http://schemas.openxmlformats.org/drawingml/2006/main"/>
        </p:blipFill>
        <p:spPr>
          <a:xfrm xmlns:a="http://schemas.openxmlformats.org/drawingml/2006/main">
            <a:off x="1238250" y="1781175"/>
            <a:ext cx="11239500" cy="674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1AE86-4224-4E90-9C47-66E15C6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제출 API YAML → Swagger UI 실제 렌더링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20CE4-3E71-45F0-BF1D-3C09D524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639175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6E"/>
                </a:solidFill>
                <a:latin typeface="Arial Unicode MS"/>
                <a:ea typeface="Arial Unicode MS"/>
                <a:cs typeface="Arial Unicode MS"/>
              </a:rPr>
              <a:t>Path · Method · 설명을 원본과 동일하게 반영</a:t>
            </a:r>
          </a:p>
        </p:txBody>
      </p:sp>
    </p:spTree>
    <p:extLst>
      <p:ext uri="{BB962C8B-B14F-4D97-AF65-F5344CB8AC3E}">
        <p14:creationId xmlns:p14="http://schemas.microsoft.com/office/powerpoint/2010/main" val="1025070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2026-09-17T04:35:54.6200000Z</dcterms:created>
  <dcterms:modified xsi:type="dcterms:W3CDTF">2026-09-17T04:35:54.6200000Z</dcterms:modified>
</coreProperties>
</file>